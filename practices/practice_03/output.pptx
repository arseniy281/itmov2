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121"/>
                </a:solidFill>
              </a:rPr>
              <a:t>Практика 3 — подключение LLM через OpenCode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686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Исходные материалы: PRACTICE.md, REPORT.md, opencode.json, requirements.txt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Артефакты: practices/practice_03/lab/results/*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121"/>
                </a:solidFill>
              </a:rPr>
              <a:t>Цель и задачи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686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Запуск локальной LLM через Ollama/LM Studio и интеграция в OpenCode (PRACTICE.md:1-15,17-33)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Сравнение baseline vs system prompt и фиксация метрик (PRACTICE.md:31-43)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Эксперименты с temperature/seed и сохранение результатов (PRACTICE.md:45-59)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121"/>
                </a:solidFill>
              </a:rPr>
              <a:t>Что такое OpenCode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686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Конфигурация opencode.json: default_agent, skills.paths, mcp, provider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MCP context7: локальный сервер документов включён (opencode.json:7-12)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Провайдер VseLLM (baseURL/keys) и локальный Ollama для demo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121"/>
                </a:solidFill>
              </a:rPr>
              <a:t>Подключение Qwen 3 через провайдера (на основе opencode.json)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686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lab/demo/opencode.json: provider.ollama baseURL=http://localhost:11434/v1 (стр.10)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Модель itmo-agent: context 65536, output 4096 (стр.13-19)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Альтернативно: глобальный provider vsellm (opencode.json:14-25)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121"/>
                </a:solidFill>
              </a:rPr>
              <a:t>Настройка агента и скиллов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686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Агент local-guide: read-only, prompt {file:./repo-system.txt}, steps=8 (demo/opencode.json:24-35)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Права: разрешены read/glob/grep (demo/opencode.json:29-34)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skills/ каталог подключён в опциях (opencode.json:4-6)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121"/>
                </a:solidFill>
              </a:rPr>
              <a:t>Тестирование модели: сценарии и результаты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686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baseline/system: вопросы о CI из demo/README.md; сравнение по REPORT.md:72-78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Метрики: wall/load/total/decode tok/s (REPORT.md:79-90)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read-only проверки через OpenCode: events и ответы в *.jsonl (REPORT.md:49-53,54-61)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121"/>
                </a:solidFill>
              </a:rPr>
              <a:t>Артефакты в results/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686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practices/practice_03/lab/results/baseline.json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practices/practice_03/lab/results/cool42.json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practices/practice_03/lab/results/cool43.json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practices/practice_03/lab/results/cool44.json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practices/practice_03/lab/results/hot42.json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practices/practice_03/lab/results/hot43.json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practices/practice_03/lab/results/hot44.json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practices/practice_03/lab/results/q1.jsonl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practices/practice_03/lab/results/q2.jsonl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practices/practice_03/lab/results/q3.jsonl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practices/practice_03/lab/results/q4.jsonl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practices/practice_03/lab/results/q5.jsonl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practices/practice_03/lab/results/read-check.jsonl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practices/practice_03/lab/results/read-check2.jsonl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practices/practice_03/lab/results/read-check3.jsonl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practices/practice_03/lab/results/system.json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121"/>
                </a:solidFill>
              </a:rPr>
              <a:t>Выводы и дальнейшие шаги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686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Границы возможностей: нет сведений о CI/отсутствует unsubscribe — модель не выдумывает (REPORT.md:92-101)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TTFT не измерён; сравнение альтернативных моделей не выполнено (REPORT.md:101-103)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Дальше: добрать TTFT, повторить с другими моделями и контекстами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2026-10-02T07:53:17Z</dcterms:created>
  <dcterms:modified xsi:type="dcterms:W3CDTF">2026-10-02T07:53:17Z</dcterms:modified>
</cp:coreProperties>
</file>