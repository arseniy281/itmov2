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Masters/slideMaster4.xml" ContentType="application/vnd.openxmlformats-officedocument.presentationml.slideMaster+xml"/>
  <ns0:Override PartName="/ppt/slideMasters/slideMaster5.xml" ContentType="application/vnd.openxmlformats-officedocument.presentationml.slideMaster+xml"/>
  <ns0:Override PartName="/ppt/slideMasters/slideMaster6.xml" ContentType="application/vnd.openxmlformats-officedocument.presentationml.slideMaster+xml"/>
  <ns0:Override PartName="/ppt/slideMasters/slideMaster7.xml" ContentType="application/vnd.openxmlformats-officedocument.presentationml.slideMaster+xml"/>
  <ns0:Override PartName="/ppt/slideMasters/slideMaster8.xml" ContentType="application/vnd.openxmlformats-officedocument.presentationml.slide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</ns0: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ns2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10"/>
  </p:notesMasterIdLst>
  <p:sldSz cx="9144000" cy="5143500"/>
  <p:notesSz cx="5143500" cy="9144000"/>
  <p:defaultTextStyle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10" Type="http://schemas.openxmlformats.org/officeDocument/2006/relationships/notesMaster" Target="notesMasters/notesMaster1.xml" /><ns0:Relationship Id="rId11" Type="http://schemas.openxmlformats.org/officeDocument/2006/relationships/presProps" Target="presProps.xml" /><ns0:Relationship Id="rId12" Type="http://schemas.openxmlformats.org/officeDocument/2006/relationships/viewProps" Target="viewProps.xml" /><ns0:Relationship Id="rId13" Type="http://schemas.openxmlformats.org/officeDocument/2006/relationships/theme" Target="theme/theme1.xml" /><ns0:Relationship Id="rId14" Type="http://schemas.openxmlformats.org/officeDocument/2006/relationships/tableStyles" Target="tableStyles.xml" /></ns0: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121"/>
                </a:solidFill>
              </a:rPr>
              <a:t>Практика 3 — подключение LLM через OpenCode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686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Исходные материалы: PRACTICE.md, REPORT.md, opencode.json, requirements.txt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Артефакты: practices/practice_03/lab/results/*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121"/>
                </a:solidFill>
              </a:rPr>
              <a:t>Цель и задачи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686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Запуск локальной LLM через Ollama/LM Studio и интеграция в OpenCode (PRACTICE.md:1-15,17-33)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Сравнение baseline vs system prompt и фиксация метрик (PRACTICE.md:31-43)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Эксперименты с temperature/seed и сохранение результатов (PRACTICE.md:45-59)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2026-10-02T07:53:17Z</dcterms:created>
  <dcterms:modified xsi:type="dcterms:W3CDTF">2026-10-02T07:53:17Z</dcterms:modified>
</cp:coreProperties>
</file>